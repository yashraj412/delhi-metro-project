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272453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Delhi Metro Analysis – Project Report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" y="4124325"/>
            <a:ext cx="6644640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By: Yash Vardhan</a:t>
            </a:r>
          </a:p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November 2025</a:t>
            </a:r>
          </a:p>
          <a:p>
            <a:pPr algn="ctr">
              <a:lnSpc>
                <a:spcPts val="4095"/>
              </a:lnSpc>
            </a:pPr>
          </a:p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An in-depth data analysis of Delhi Metro ridership, revenue, and ticket trends.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Delhi Metro, India’s largest and busiest rapid transit system, connects millions daily across the NCR.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Purpose of the Study: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Explore Delhi Metro’s ridership data to extract patterns and insights.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Objectives: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Understand travel behavior and ticket usage.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Identify high-traffic stations and routes.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Analyze fare, distance, and ridership correlation.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Recommend improvements for efficiency and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Dataset Overview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includes trip, fare, and ticket details of Delhi Metro passengers.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Columns: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From_Station, To_Station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Ticket_Type (Smart Card, Tourist, Token)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Fare, Distance, Passengers, Date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Libraries Used: Pandas, NumPy, Matplotlib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Steps: Data cleaning, transformation,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10 Busiest Stations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5360" y="1463040"/>
            <a:ext cx="7802880" cy="4389120"/>
            <a:chOff x="0" y="0"/>
            <a:chExt cx="10403840" cy="5852160"/>
          </a:xfrm>
        </p:grpSpPr>
        <p:sp>
          <p:nvSpPr>
            <p:cNvPr name="Freeform 6" id="6" descr="chart_busiest.png"/>
            <p:cNvSpPr/>
            <p:nvPr/>
          </p:nvSpPr>
          <p:spPr>
            <a:xfrm flipH="false" flipV="false" rot="0">
              <a:off x="0" y="0"/>
              <a:ext cx="104038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471" r="0" b="-1447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 Type Distribution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5360" y="1463040"/>
            <a:ext cx="7802880" cy="4389120"/>
            <a:chOff x="0" y="0"/>
            <a:chExt cx="10403840" cy="5852160"/>
          </a:xfrm>
        </p:grpSpPr>
        <p:sp>
          <p:nvSpPr>
            <p:cNvPr name="Freeform 6" id="6" descr="chart_ticket_type.png"/>
            <p:cNvSpPr/>
            <p:nvPr/>
          </p:nvSpPr>
          <p:spPr>
            <a:xfrm flipH="false" flipV="false" rot="0">
              <a:off x="0" y="0"/>
              <a:ext cx="104038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850" r="0" b="-1585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Profit / Passenger Trend Over Time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5360" y="1463040"/>
            <a:ext cx="7802880" cy="4389120"/>
            <a:chOff x="0" y="0"/>
            <a:chExt cx="10403840" cy="5852160"/>
          </a:xfrm>
        </p:grpSpPr>
        <p:sp>
          <p:nvSpPr>
            <p:cNvPr name="Freeform 6" id="6" descr="chart_trend.png"/>
            <p:cNvSpPr/>
            <p:nvPr/>
          </p:nvSpPr>
          <p:spPr>
            <a:xfrm flipH="false" flipV="false" rot="0">
              <a:off x="0" y="0"/>
              <a:ext cx="104038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8" r="0" b="-307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Key Insights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Smart Card users dominate ridership patterns.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Tourist ticket usage peaks on weekends and holidays.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Rajiv Chowk and Kashmere Gate are major interchange hubs.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Stable fare trends show efficient pricing.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Fare increases linearly with distance.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6. Demand surges during winter and festive seasons.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Recommendations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Increase frequency during peak hours and festivals.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 AI models for ridership forecasting.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Expand digital and QR-based ticketing.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Offer off-peak discounts to balance loads.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Enhance tourist packages and travel experiences.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Apply data analytics for station planning.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Delhi Metro efficiently manages huge commuter traffic with consistent revenue and fare structures.</a:t>
            </a:r>
          </a:p>
          <a:p>
            <a:pPr algn="l" marL="439273" indent="-219637" lvl="1">
              <a:lnSpc>
                <a:spcPts val="4095"/>
              </a:lnSpc>
            </a:pP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shows Smart Card dominance, stable trends, and clear weekday peaks.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With predictive analytics and digital innovation, Delhi Metro can further enhance reliability and passenger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Dataset: delhi_metro_cleaned_Dataset.csv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Tools: Python (Pandas, NumPy, Matplotlib)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Jupyter Notebook: Delhi_Metro_Project.ipynb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Report &amp; Analysis: Yash Vardhan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DAG4d201trI</dc:identifier>
  <dcterms:modified xsi:type="dcterms:W3CDTF">2011-08-01T06:04:30Z</dcterms:modified>
  <cp:revision>1</cp:revision>
  <dc:title>Delhi_Metro_Project_Presentation.pptx</dc:title>
</cp:coreProperties>
</file>